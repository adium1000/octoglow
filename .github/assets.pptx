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72" r:id="rId24"/>
    <p:sldId id="271" r:id="rId25"/>
    <p:sldId id="273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B9DD"/>
    <a:srgbClr val="4F378B"/>
    <a:srgbClr val="000000"/>
    <a:srgbClr val="8B73C7"/>
    <a:srgbClr val="30264E"/>
    <a:srgbClr val="463771"/>
    <a:srgbClr val="5E4B9B"/>
    <a:srgbClr val="6750A4"/>
    <a:srgbClr val="7F99C3"/>
    <a:srgbClr val="97AC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01.5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352 913 9830,'13'-25'240,"0"-1"0,2 2 0,27-34 1,-1 0 107,116-173-1028,-57 42 253,-39 68 225,-43 88 216,-2-1-1,0 0 1,12-46 0,-30 97 920,1-1 0,1 1 1,0 0-1,1-1 1,5 23-1,0 18 1137,2 8 1349,2 0 1,20 63-1,5 28-1753,2-9-1667,-11-49 0,-25-98 0,-1 0 0,0 1 0,0-1 0,0 1 0,0-1 0,1 0 0,-1 1 0,0-1 0,0 1 0,0-1 0,0 1 0,0-1 0,0 0 0,0 1 0,0-1 0,0 1 0,0-1 0,-1 0 0,1 1 0,0-1 0,0 1 0,0-1 0,0 0 0,-1 1 0,1-1 0,0 0 0,0 1 0,-1-1 0,1 0 0,0 1 0,-1-1 0,1 0 0,0 1 0,-1-1 0,1 0 0,0 0 0,-1 1 0,-19-5 0,-30-23 0,39 20 0,-34-14-49,-1 3-1,0 1 1,-1 2-1,0 3 1,-1 1 0,-70-6-1,-324-2 396,440 19-346,-1 0 0,0 0 0,1 0 0,-1-1 0,0 1 0,1-1 0,-1 0 0,1 0 0,-1 0 0,1 0 0,-4-2 0,6 3 0,0 0 0,0 0 0,0 0 0,-1 0 0,1 0 0,0 0 0,0-1 0,0 1 0,0 0 0,0 0 0,-1 0 0,1-1 0,0 1 0,0 0 0,0 0 0,0 0 0,0 0 0,0-1 0,0 1 0,0 0 0,0 0 0,0-1 0,0 1 0,0 0 0,0 0 0,0 0 0,0-1 0,0 1 0,0 0 0,0 0 0,0 0 0,0-1 0,0 1 0,0 0 0,0 0 0,0 0 0,0-1 0,1 1 0,-1 0 0,0 0 0,0-1 0,19-6 0,63-12 0,651-125 0,-563 117-2712,-110 14 2932,0-3 0,67-28-1,-114 38-224,-1 0 0,0-2 0,19-14 0,16-9 358,-100 46 34,-531 309 1006,172-87-1453,386-223 60,-20 12 0,0-3 0,-2-1 0,-87 26 0,124-46 0,-1 0 0,1-1 0,-22-2 0,23 1 0,2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06.7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55 472 9830,'17'-1'2991,"-20"2"-2785,1 0 0,-1 0 0,0 0 0,1 1 0,-1-1 0,1 1 0,-1 0 0,1-1 0,-4 5 0,0-1 250,2-2-187,1 0 0,-1 0-1,1 1 1,-1-1 0,1 0 0,0 1-1,1 0 1,-1 0 0,1 0 0,-4 6-1,10-11-25,0 0-1,0 0 0,-1-1 1,1 0-1,0 1 0,-1-1 1,1 0-1,-1-1 0,0 1 1,4-4-1,0 1 369,-6 5-562,-1 0 0,0 0 0,1 0 1,-1 0-1,0 0 0,1 0 0,-1-1 0,0 1 0,1 0 0,-1 0 0,0 0 1,1 0-1,-1-1 0,0 1 0,1 0 0,-1 0 0,0-1 0,0 1 1,1 0-1,-1-1 0,0 1 0,0 0 0,0-1 0,1 1 0,-1 0 1,0-1-1,0 1 0,0 0 0,0-1 0,0 1 0,0 0 0,0-1 0,0 1 1,0 0-1,0-1 0,0 1 0,0-1 0,0 1 0,0-1 0,0 0-29,0 1-1,0-1 0,0 0 0,0 0 1,0 1-1,0-1 0,0 0 0,0 0 0,0 1 1,0-1-1,1 0 0,-1 0 0,0 1 0,0-1 1,1 0-1,-1 1 0,0-1 0,1 0 1,-1 1-1,1-1 0,-1 1 0,1-1 0,-1 0 1,1 1-1,0-1 0,-1 1 0,1 0 1,0-1-1,0 0 0,156-146-31,-149 143 429,-17 17-124,-7 2-64,15-15-224,1 0 0,0 0 1,0 0-1,-1 1 0,1-1 0,0 0 0,-1 0 1,1 0-1,0 0 0,-1 0 0,1 0 1,0 0-1,-1 1 0,1-1 0,0 0 1,-1 0-1,1 0 0,-1-1 0,1 1 0,0 0 1,-1 0-1,1 0 0,0 0 0,-1 0 1,1 0-1,0 0 0,-1-1 0,1 1 0,0 0 1,0 0-1,-1 0 0,1-1 0,0 1 1,0 0-1,-1 0 0,1-1 0,0 1 1,0 0-1,-1-1 0,1 1 0,0 0 0,0-1 1,1-3-128,0 0-1,0 0 1,0 0 0,1 1 0,0-1 0,0 0-1,0 1 1,0 0 0,0-1 0,1 1 0,-1 0-1,1 0 1,0 0 0,3-2 0,5-8-494,8-15-840,-2-1 0,-1-1 0,-1-1 0,22-63 0,-36 76 1226,-10 13 521,-23 16 933,18-6-715,15-10-424,1 0 0,0 0 0,0 0 0,0 0 0,0 1 0,1-1 0,5-6 0,1-6-142,-6 12 90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15.0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1507 1135 9830,'-4'-1'205,"0"0"1,0 0-1,1 0 0,-1 0 1,0 0-1,1-1 0,-1 0 0,1 0 1,-1 0-1,1 0 0,-5-5 0,-38-33 7,36 30 232,-28-30-568,2-1-1,-34-50 1,23 29-159,-8-16-639,-50-96 1,48 76 305,25 46 613,-3-4 2,3-1 1,-27-65 0,57 118 116,0 1 0,1-1 0,0 0 0,-1 0 0,1 0 0,1 0 0,-1 0 1,1 0-1,-1 0 0,1 0 0,1-5 0,-1 7-63,1 1 1,0 0 0,0-1-1,0 1 1,0 0 0,1-1-1,-1 1 1,0 0 0,1 0-1,-1 0 1,0 0 0,1 0-1,-1 1 1,1-1 0,-1 0-1,1 1 1,0-1 0,-1 1-1,1-1 1,0 1 0,-1 0-1,1-1 1,0 1 0,-1 0-1,1 0 1,0 1 0,0-1-1,2 1 1,34 1 1758,0 2-1,0 2 0,-1 2 1,0 1-1,0 2 0,-1 1 1,-1 2-1,45 24 1,-6-5-1384,-55-26-431,0 1 0,0 1 0,-1 1 1,0 0-1,0 1 0,17 16 0,-34-27 3,-1 0 0,0 0 0,1 1 0,-1-1 0,0 0 0,1 1 0,-1-1 0,0 0 0,1 1 0,-1-1 0,0 1 0,0-1 0,1 0 0,-1 1 0,0-1 0,0 1 0,0-1 0,0 1 0,0-1 0,0 1 0,0-1 0,0 1 0,0-1 0,0 0 0,0 1 0,0-1 0,0 1 0,0-1 0,0 1 0,0-1 0,0 1 0,0-1 0,-1 1 0,1-1 0,0 1 0,-19 10 0,-38 2 0,46-11 0,-344 84 0,251-54 0,-136 59 0,-228 150 0,313-157 0,93-50 0,98-93-2891,73-89-4172,71-60 1545,-79 95 2477,143-160 1894,-232 260 1191,3-6 259,1 2-1,0 0 1,2 1-1,0 1 1,0 0-1,32-18 1,-49 33-226,1 0 1,-1-1 0,0 1 0,1 0-1,-1 0 1,0 0 0,1 0-1,-1 0 1,0 0 0,1 0 0,-1 0-1,0 1 1,0-1 0,1 0-1,-1 1 1,0-1 0,0 1-1,1-1 1,-1 1 0,0 0 0,0 0-1,0-1 1,0 1 0,0 0-1,0 0 1,0 0 0,0 0 0,0 0-1,-1 0 1,1 0 0,0 0-1,-1 1 1,1-1 0,-1 0-1,1 0 1,-1 1 0,1 1 0,19 62 2172,-15-45-1469,51 159 7023,7-2-4464,3-9-3155,98 177 0,-152-322-185,7 15 0,1-1 0,2-1 0,2 0 0,1-2 0,40 43 0,-53-67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16.7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2063 1614 9830,'-7'-2'382,"-1"-1"-1,1 1 1,0-1-1,0-1 1,1 1-1,-1-1 1,1 0-1,-1-1 1,-7-7-1,-2 0 375,-84-51 2498,-58-20-4214,47 25-364,-427-193-3924,448 212 4955,-7-3 293,-290-131 0,269 113 0,-131-88 0,236 140 0,1 0 0,0-1 0,0 0 0,1-1 0,1 0 0,-1 0 0,2-1 0,0-1 0,-13-19 0,22 29 62,-1-1-1,1 1 1,-1-1-1,1 0 1,0 0-1,0 1 1,0-1-1,1 0 1,-1 1-1,1-1 1,-1 1-1,1-1 1,0 0-1,0 1 1,0-1-1,0 1 1,0 0-1,1-1 1,-1 1-1,1 0 1,-1 0-1,1 0 1,0 0-1,0 0 1,0 0-1,0 1 1,4-4-1,10-7 759,1 1-1,30-17 1,-25 16-538,8-5 891,2 1 0,0 2 0,0 1 0,1 1-1,1 2 1,0 1 0,0 2 0,1 2 0,0 1-1,53 0 1,-22 3 656,-22 0-1550,56 5 1,-86-2-290,0 0 0,0 1 0,-1 0 0,0 1-1,1 1 1,-1 0 0,-1 0 0,16 10-1,49 39 11,120 109 0,-151-123 0,-34-30 0,0 1 0,0 1 0,-1 0 0,-1 0 0,0 1 0,16 28 0,-24-37 0,0 1 0,0 0 0,0 0 0,0 0 0,-1 0 0,0 0 0,0 0 0,-1 1 0,1-1 0,-1 0 0,0 0 0,0 0 0,-1 1 0,0-1 0,0 0 0,0 0 0,0 0 0,-1 0 0,0 0 0,0 0 0,0 0 0,-1-1 0,1 1 0,-1-1 0,-4 5 0,-67 84 0,-4-3 0,-3-3 0,-150 121 0,-160 74 0,366-265 0,15-9 0,0-1 0,0 0 0,-1-1 0,1 0 0,-1-1 0,-1 0 0,1-1 0,-1 0 0,-15 3 0,25-7-38,0 0-1,1-1 1,-1 0-1,0 1 1,1-1-1,-1 0 1,1 1 0,-1-1-1,1 0 1,-1 0-1,1 0 1,0-1-1,-1 1 1,1 0-1,0 0 1,0-1-1,0 1 1,0 0-1,0-1 1,-1-1-1,-21-41-1094,13 25 165,-8-19-1198,1 0 0,2-2 0,-13-49 0,15 45 390,3 3-301,2 0 0,-3-50 0,10 79 1997,-6-131 80,4 47 0,-5-20 0,-2-263 0,29 183 0,-11 139 0,25-87 0,-33 143 40,1 1-1,-1-1 1,1 0 0,-1 0-1,1 0 1,-1 0 0,1 1-1,-1-1 1,1 0 0,0 1-1,-1-1 1,1 0 0,0 1 0,0-1-1,-1 1 1,1-1 0,0 1-1,0 0 1,0-1 0,0 1-1,0 0 1,0-1 0,-1 1-1,1 0 1,0 0 0,0 0-1,0 0 1,0 0 0,0 0-1,0 0 1,0 0 0,0 0-1,0 1 1,0-1 0,0 0-1,0 0 1,-1 1 0,1-1-1,0 1 1,0-1 0,0 1-1,0-1 1,-1 1 0,1-1-1,1 2 1,44 33 2677,-36-27-2321,213 187 11554,-158-136-9178,214 233-2772,-127-124 0,21 13 0,392 421 0,-555-591 0,384 454 0,-390-459 0,0-1 0,0 1 0,-1 0 0,0 0 0,0 1 0,0-1 0,-1 1 0,2 10 0,-2-10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4:29.209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0 476 9830,'0'3'215,"0"0"-1,1 1 1,-1-1 0,1 1-1,-1-1 1,1 0-1,0 1 1,1-1 0,-1 0-1,0 0 1,1 0 0,0 0-1,-1 0 1,1 0 0,0-1-1,1 1 1,4 4-1,-2-3 132,1 0 0,-1 0 0,1 0-1,0-1 1,0 0 0,0-1 0,0 1 0,12 2-1,7 0 1112,0-1 0,0-1 0,48-1 0,100-5 4738,0-9-5533,-60-2-1151,-2-4 0,0-5 0,204-72 0,-246 68-1491,127-70 0,-173 84 1513,0-2 0,-2 0 0,0-1-1,-1-1 1,0-1 0,-1-1 0,-2-1 0,0 0 0,-1-1 0,19-33 0,-29 121 2447,-6 232 4316,0-293-6058,2-6-225,5-14-446,3-20-797,-4 6-53,-2-1 0,-1 1 0,-1-1 0,-3-39 0,3-43-2348,2 92 2877,3-27-657,-7 45 1403,0 0-1,0-1 1,1 1 0,-1 0-1,0 0 1,0 0-1,-1-1 1,1 1 0,0 0-1,0 0 1,0 0 0,-1 0-1,1-1 1,-1 1 0,1 0-1,-1 0 1,1 0-1,-1 0 1,0 0 0,1 0-1,-1 0 1,0 0 0,0 0-1,0 1 1,0-1 0,-1-1-1,-3 2 198,1 0 0,0 0 0,0 1-1,0 0 1,0 0 0,0 0 0,0 0 0,0 0 0,0 1-1,-6 3 1,-20 5 1006,-215 26 7327,114-21-4530,-67-11-3084,155-4-975,32 0 67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6:04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9830,'1'10'658,"1"0"0,0-1 0,0 1 0,1-1 0,0 1 0,0-1 0,1 0 0,0 0 0,1-1 0,0 1 0,1-1 0,-1 0 0,1 0 0,1-1 0,0 0 0,0 0 0,13 10 0,9 5 1296,0-1 0,2-1 0,45 22 0,-30-19-1954,0-3 0,2-2 0,0-2 0,0-2 0,2-2 0,0-2 0,69 5 0,140-15 0,-248-1 1,0-1 0,0 1 0,-1-2 0,12-3 0,-18 5-5,0-1 0,0 0-1,0 1 1,0-1 0,-1-1 0,1 1-1,0 0 1,-1-1 0,0 0 0,0 0-1,0 0 1,0 0 0,3-4 0,-6 5-43,0 1 1,0 0 0,0-1-1,0 1 1,0 0 0,0 0-1,0-1 1,0 1 0,-1 0-1,1-1 1,-1 1 0,1 0-1,-1 0 1,1 0-1,-1-1 1,1 1 0,-1 0-1,0 0 1,0 0 0,0 0-1,0 0 1,0 0 0,0 1-1,-1-2 1,-34-29-26,28 24 57,-15-14-660,19 15 677,-2 0 0,1 0 0,-1 1 0,1 0 0,-1 1 1,-1-1-1,1 1 0,-1 0 0,0 1 0,1-1 1,-12-2-1,18 6 1,0-1 0,0 1 0,0 0 1,-1 0-1,1 0 0,0 0 0,0 0 0,0 0 1,0 0-1,0 0 0,-1 0 0,1 0 0,0 0 1,0 0-1,0 0 0,0 0 0,0 0 0,-1 0 1,1 0-1,0 0 0,0 0 0,0 0 1,0 0-1,0 0 0,-1 1 0,1-1 0,0 0 1,0 0-1,0 0 0,0 0 0,0 0 0,0 0 1,-1 0-1,1 0 0,0 1 0,0-1 0,0 0 1,0 0-1,0 0 0,0 0 0,0 0 0,0 0 1,0 1-1,0-1 0,0 0 0,0 0 0,0 0 1,0 0-1,0 1 0,0-1 0,0 0 1,0 0-1,0 0 0,0 0 0,0 0 0,0 1 1,0-1-1,0 0 0,0 0 0,0 0 0,0 0 1,0 1-1,11 12 144,15 10 105,5-3 311,62 28 1,-81-44-537,0 0 1,0 0 0,0-1-1,0 0 1,1-1 0,-1-1 0,24 0-1,-41 0-27,0 0 0,0 0 0,0 1 0,0-1 0,0 1 0,0 0 0,1 1 0,-1-1 0,1 1 0,0 0 0,0 0 0,-8 7 0,-49 54 0,43-44 0,6-6 0,1-1 0,1 2 0,0 0 0,1 0 0,-12 29 0,19-40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6:13.951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0 643 9830,'35'-20'2743,"-18"9"-1938,133-48 6607,28 0-4135,-55 21-1266,-34 12-874,0 4 1,128-15-1,-3 19-1137,-177 16 0,61-6 0,50-1 0,26-9 0,-57 9 0,-35 0 0,3 1 0,44-1 0,69 0 0,-173 9 0,222 8 0,-53 18 0,-177-23 0,6 1 0,-17-4 0,-8-3 0,-49-38-616,26 21 597,0 0-1,-1 2 1,-45-24-1,-46-18-73,-62-27 205,168 82-65,-1 0 1,0 2-1,-22-5 1,71 39 141,13-5-20,-32-16-143,1 0-1,0-1 0,0-1 1,39 10-1,-34-11-25,1 2 0,-2 0 0,36 18 0,26 12 0,-49-27 0,-13-5 0,42 20 0,-50-20 0,1 0 0,0-2 0,18 5 0,-18-5 0,0 0 0,0 0 0,15 9 0,-31-14 0,0 0 0,0 0 0,0 0 0,0 1 0,0-1 0,1 0 0,-1 0 0,0 0 0,0 0 0,0 1 0,0-1 0,0 0 0,0 0 0,0 0 0,0 0 0,0 1 0,0-1 0,0 0 0,0 0 0,0 0 0,0 1 0,0-1 0,0 0 0,0 0 0,0 0 0,0 1 0,0-1 0,0 0 0,0 0 0,0 0 0,0 0 0,0 1 0,0-1 0,-1 0 0,1 0 0,0 0 0,0 0 0,0 0 0,0 1 0,0-1 0,0 0 0,-1 0 0,1 0 0,0 0 0,0 0 0,0 0 0,0 0 0,-1 0 0,1 1 0,-17 9 0,-17 6 0,22-11 0,1 1 0,-1 0 0,1 0 0,0 1 0,1 1 0,-17 14 0,15-11 0,0-1 0,-1-1 0,-25 14 0,6-6 0,-46 34 0,54-34 0,-14 8 0,-1-2 0,-41 19 0,74-39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6:49.301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0 795 9830,'1'-3'58,"-1"0"-1,1 0 1,0 0 0,0 0-1,1 0 1,-1 0 0,1 0-1,-1 0 1,1 0 0,0 0-1,0 1 1,0-1 0,0 1-1,1 0 1,-1-1-1,0 1 1,5-2 0,55-37 1521,-45 31-1326,128-70 2159,4 6 0,181-63-1,-125 68 24,-104 37-1171,178-46 1503,-182 47-2272,143-29 0,-130 38-146,75-13 200,43 0 208,37 0-313,-174 31-444,-69 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6:54.314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0 9830,'44'14'1838,"-19"-4"-1246,214 66 4594,-178-62-3834,-38-10-639,-1 1-1,0 1 1,0 2-1,33 14 1,-32-12 0,21 11 328,-42-20-962,1 0 1,-1 0 0,0 0-1,0 1 1,-1-1 0,1 1 0,0-1-1,0 1 1,-1 0 0,1 0-1,-1 0 1,1-1 0,-1 1-1,2 3 1,-3-3-28,0-1 0,-1 1 0,1-1 0,0 1 0,0-1 0,-1 1 0,1-1 0,-1 0 0,1 1-1,-1-1 1,0 0 0,1 1 0,-1-1 0,0 0 0,0 0 0,0 0 0,0 0 0,0 1 0,0-1 0,0-1 0,0 1 0,0 0 0,-1 0 0,1 0-1,0-1 1,-1 1 0,0 0 0,-47 22 1035,36-18-679,-1 3-260,0 2-1,1 0 0,0 0 1,0 1-1,1 1 1,1 0-1,-11 14 0,-15 14-95,-11 22-52,7-7 0,33-48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7:37.061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0 110 9830,'5'-2'327,"0"-1"0,0 1-1,1 0 1,-1 0 0,1 1-1,-1 0 1,1 0 0,5-1 0,-10 2-319,102-12 7118,158 0 0,-19 17-4667,45 15-2459,446 60 0,-727-79 0,23 3 0,71 8 0,160 42 0,-216-43 0,29 8 0,-67-17 0,-1 0 0,1 1 0,-1-1 0,0 1 0,0 0 0,0 0 0,0 1 0,0-1 0,6 8 0,-1 4 27,3 5-251,-11-23-181,-6-13-303,-5-12-530,-2 0 1,-1 0-1,-1 2 1,-28-43-1,-2-6-1297,9 21 2447,22 35 253,20 33 1120,87 130 2877,-27-8-426,-52-115-3063,-13-18-665,0 1 0,0-1-1,0 1 1,-1 0 0,1 0 0,-1 0-1,0 0 1,0 1 0,0-1-1,-1 0 1,0 1 0,2 7-1,-3-11-7,-1 0 0,1-1 0,-1 1 0,0 0 0,1-1 0,-1 1 0,0 0 0,1-1 0,-1 1 0,0-1 0,1 1 0,-1-1 0,0 0 0,0 1 0,0-1 0,1 0 0,-1 0 0,0 1 0,0-1 0,0 0 0,0 0 0,0 0 0,1 0 0,-1 0 0,0 0 0,0 0 0,-1 0 0,-33-2 0,27 2 0,-26 1 0,-1 2 0,-65 13 0,26-3 0,-292 51 0,322-50 0,37-12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7:53.280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1116 1 9830,'-2'3'165,"-1"1"-1,0-1 1,1 0 0,-1 0-1,-1 0 1,1 0-1,0 0 1,-1-1 0,1 1-1,-7 2 1,-6 7 318,-21 20 977,-2-2 1,0-1-1,-83 44 1,118-71-1378,-19 12 497,-2-2 0,1-1 0,-2 0 0,1-2 0,-1-1 0,-1-2 0,-29 5 0,-70 10 1712,92-13-1282,-1-2 1,-63 3 0,-123 7 466,171-12-1477,28-3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7:57.842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218 1 9830,'-6'4'245,"1"1"0,0 0-1,0 0 1,0 0 0,1 1 0,0 0 0,0 0-1,-4 7 1,7-11-154,-26 43 1029,8-12-137,-2-1-1,0-1 1,-30 31 0,48-59-870,0 0 0,0 1 0,0-1 0,0 0 0,1 1 0,0 0 0,-1-1 1,1 1-1,0 0 0,1 0 0,-1 0 0,-1 7 0,3-8-32,0 0 0,0 0-1,1 0 1,-1 0 0,1 0-1,-1 0 1,1-1 0,0 1 0,0 0-1,0 0 1,1-1 0,-1 1-1,0-1 1,1 1 0,0-1 0,0 0-1,-1 1 1,1-1 0,3 2-1,76 64 1907,-4-2 94,-50-41-635,58 42 1,7-3 773,-81-57-2170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05.943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760 1 9830,'1'41'1430,"9"42"0,-5-43-402,1 50-1,-7-53-232,-1-1 0,-2 0-1,-1 0 1,-2 0 0,-2-1 0,-1 0-1,-1 0 1,-31 62 0,-56 64 2719,80-136-2760,-2 0 0,0-2 0,-1 0 0,-26 20 0,27-26-692,-1 0-1,-1-2 1,0 0 0,-32 14-1,43-23-61,-14 6 0,-1 0 0,-1-1 0,0-2 0,0-1 0,-33 6 0,-47 5 0,90-18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07.283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134 0 9830,'-2'1'93,"0"-1"-1,0 1 1,0-1 0,0 1-1,0 0 1,0 0-1,1 0 1,-1 0 0,0 0-1,1 0 1,-1 0 0,0 0-1,1 1 1,0-1-1,-1 1 1,-1 2 0,-23 33 657,14-20-318,3-5-82,0 1 0,1-1-1,0 2 1,1-1 0,-5 16 0,10-24-236,0 1 1,0 0-1,0 1 1,1-1 0,0 0-1,0 0 1,1 0-1,0 1 1,0-1 0,0 0-1,1 0 1,0 1-1,0-1 1,1 0 0,2 6-1,-3-9-42,1-1 0,-1 1 0,1-1-1,0 1 1,0-1 0,0 0 0,0 1-1,0-1 1,0 0 0,1-1 0,-1 1 0,1 0-1,-1-1 1,1 1 0,4 1 0,51 15 1001,-9-2-18,-2 7 365,0-2 0,53 16 0,-85-31-1147,-3 0-219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08.414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1 358 9830,'0'-16'2,"0"-24"50,5-42 0,-3 68-28,1 0 0,0 0-1,0 0 1,2 1 0,0-1 0,11-20-1,27-54 310,-36 73-335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13.223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1259 1 9830,'-594'0'9830,"575"1"-9322,0 1 0,-27 6 0,27-4-33,-1-1 0,-25 1 0,6-3 836,-76 13 0,85-10-613,-1-2 1,-37-1 0,42-2-158,0 2 0,-1 0 0,-44 9-1,68-9-540,-4 1 0,0 0 0,0-1 0,0 0 0,-1 0 0,1-1 0,-10 0 0,17 0 1,0 0 1,0 0-1,0 0 0,0 0 0,0 0 0,1 0 1,-1 0-1,0 0 0,0 0 0,0 0 0,0 0 0,0 0 1,0 0-1,1 0 0,-1 0 0,0 0 0,0 0 1,0 0-1,0 0 0,0-1 0,0 1 0,1 0 0,-1 0 1,0 0-1,0 0 0,0 0 0,0 0 0,0 0 0,0-1 1,0 1-1,0 0 0,0 0 0,0 0 0,0 0 1,0 0-1,0-1 0,0 1 0,0 0 0,0 0 0,0 0 1,0 0-1,0 0 0,0-1 0,0 1 0,0 0 0,0 0 1,0 0-1,0 0 0,0 0 0,0 0 0,0-1 1,0 1-1,0 0 0,0 0 0,0 0 0,0 0 0,-1 0 1,1 0-1,0 0 0,0-1 0,0 1 0,0 0 0,0 0 1,0 0-1,0 0 0,-1 0 0,1 0 0,0 0 1,11-6-2268,4-1-8656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15.754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330 1 9830,'-1'4'168,"1"0"1,-2 0-1,1 0 1,0 0-1,-1 0 0,1-1 1,-1 1-1,0 0 1,-1-1-1,-4 7 0,-29 32 929,-3 0 236,-2 0 279,2 2 0,-39 57 1,9-3 1008,68-97-2579,0 0 0,1 1 0,-1-1 0,1 0 0,-1 0 0,1 1 0,0-1 0,-1 0 0,1 1 0,0-1 0,0 0 0,0 1 0,0-1 0,0 0 0,0 1 0,0-1 0,1 0 0,-1 0 0,0 1 0,1-1 0,-1 0 0,1 0 1,0 3-1,1-1 59,1-1 0,-1 1 0,1 0 0,-1 0 0,1-1 0,0 0 0,0 1 0,6 2 0,8 4 451,0 0 0,32 9-1,-35-13-192,100 46 2193,-76-32-1834,60 21 0,41 5-718,-121-41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20.872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472 1 9830,'-20'53'1638,"17"-47"-1501,1-1-1,-1 0 1,0 0-1,0 0 1,-8 9-1,8-9-19,-1-1 1,1 1-1,-1 0 0,1 1 0,1-1 0,-4 7 0,-15 60 1849,-17 106 0,33-151-1144,-17 45 0,-1 8 291,-30 110 1971,43-159-2564,-29 84 1446,19-38-719,-13 75 1111,9-61-1789,17-73-579,2 0 0,0 1 0,1 0 0,-2 22 0,4-15 10,-1-1 0,-1 1 0,-2-1 0,0 0 0,-2 0 0,-14 32 0,22-57-6,0 1-1,0 0 0,0-1 0,0 1 0,0-1 1,0 1-1,-1 0 0,1-1 0,0 1 1,0-1-1,0 1 0,-1-1 0,1 1 1,0-1-1,-1 1 0,1-1 0,-1 1 0,1-1 1,0 0-1,-1 1 0,1-1 0,-1 1 1,1-1-1,-1 0 0,1 0 0,-1 1 1,1-1-1,-1 0 0,0 0 0,1 0 0,-1 1 1,1-1-1,-1 0 0,1 0 0,-1 0 1,0 0-1,1 0 0,-2 0 0,-6-25-505,5-39-350,6-75-812,-5-140-1895,-2 258 3296,-2 4 219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23.299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0 548 9830,'4'0'134,"1"-1"-1,-1 0 1,1 0 0,-1 0 0,0-1-1,0 1 1,0-1 0,0 0-1,0 0 1,0 0 0,0-1-1,5-4 1,43-42 348,-34 31-341,124-97 1091,-22 20-906,-79 61 263,89-53-1,-45 33-902,-40 29 711,-33 20-211,-1-1 0,-1 0 0,16-11 0,-15 6-145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26750A-26C5-4877-B081-A58D14358CD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7369A-08EA-4B6B-9463-301316918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63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Charging Board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D7369A-08EA-4B6B-9463-30131691831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62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E5A8-4900-FAE9-6AF7-E9C662602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A0D64-EE8B-75D8-733B-44A101B27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BCEB6-522E-951B-86E3-D33031E84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2E889-A34C-698A-0145-051B48AD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17CEE-DF5F-EBE6-A261-DC1150C1D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BD3F-6504-D187-27C2-FEFC2BA1F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4BA8F-9AEC-DE54-33E6-03C7F42B2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6A724-62F1-ED70-9047-883D63F7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7ED0-0A3F-C3C3-C5F2-27958D2DA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A65B7-5692-E758-ECEF-2A8C55439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957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F692D-7783-45DE-CCC1-EBE84FF7A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C4B36-DB9A-FDE4-0600-5525E36E7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4AECE-8D76-3688-E8BB-FBD5F56FF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E5EE0-D3F4-845F-C409-88B76DDDF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95673-0F27-2EF3-54DB-3579A4CC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86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885C-B6FA-89C0-2BAD-E22DA1E2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51627-C3CA-F760-F810-3B1034F9D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97E24-2A18-667F-AD5F-411D79992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97C5F-DC51-BA72-7085-11B7834A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F707B-4D95-9915-0EAC-DE8F430C8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104A6-5DC6-A979-C7E5-E7FE4A16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86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C2CC-B1D0-691A-D3D2-1B0E90B6A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19AA8-6122-0BFA-9B71-D6F4F06BA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6E5C7-3543-71BD-5468-836404950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2C15AA-05A3-319B-E76F-0E3B9ACF8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48CDD-BBEB-D0E3-FF5A-94BB04F8A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ED60F-7958-4AED-14B8-96185B0D9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1FC491-8D60-EC6C-A9BB-9993321A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56106D-4F8B-15F8-4BEF-5B7E24D88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23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ECA0-9252-8C08-E871-71534A314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196C47-6AF6-E318-1433-4BD6696F0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B350D1-7938-7CFF-3A7F-4756E45BD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BF943-4250-FE9A-DC51-3078374A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89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08222-37DA-77E6-0981-8F6239342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CE7F6-568A-AA38-DF50-7932DCB0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318FB-E9ED-6777-4D6A-BDC4DD81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82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1820-9DDD-9887-D7F5-B23C0261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46B3-873A-B6CE-93E4-5D79305AF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7308E-0F56-CFAC-79ED-5CD5DC1ED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A97BA-5EBE-DFA7-8228-31BBCDFF7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71607-C1EB-E193-319A-DC9A978A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90F1E-8680-2260-6786-E570C2220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70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92D7-D781-B86B-36FE-EBEF8A25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F7439A-AE1B-FF98-61B9-6FC6B82535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3E68E-42B2-371C-61C2-15C08BB42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A953F-3E48-8974-4618-F1457AAF4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A4404-86F7-C58E-7E67-B26CB8F88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87768-E85D-1CD0-74BB-A2DDE0A7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97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76433-A778-FB73-A006-971910ADF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EF80E-2CE3-6E33-23DB-5C8E7DE19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9E704-C32A-EAC2-CAA8-25C05E7E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8FE8D-40F6-ACD7-DE2A-FDCD425A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24DAE-A4C2-A476-72DE-0594691BE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02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AC786F-A4A3-CD44-88D9-6EDD54306A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F1CF4-C41D-B28A-9706-9E8CFBCEB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50E30-ED23-7317-C6FB-BC2210409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4C62A-9F12-05F0-0C59-1E3543442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1C4ED-851D-F736-FC08-A2665B290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84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F94B00-883D-7F9D-761D-E06D07D4B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D1374-97BC-92F8-DD94-1289A77CE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17C63-DED0-1E8A-C96A-5B1255D8E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C4043-2A4D-4BD2-BAFC-8CCB15620BA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28D7A-7CF0-E46E-87F8-38ED5AD6B7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781E9-CDF5-49A8-2BB0-73AA9C9E0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0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customXml" Target="../ink/ink1.xml"/><Relationship Id="rId26" Type="http://schemas.openxmlformats.org/officeDocument/2006/relationships/image" Target="../media/image21.png"/><Relationship Id="rId3" Type="http://schemas.openxmlformats.org/officeDocument/2006/relationships/image" Target="../media/image2.svg"/><Relationship Id="rId21" Type="http://schemas.openxmlformats.org/officeDocument/2006/relationships/image" Target="../media/image18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customXml" Target="../ink/ink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customXml" Target="../ink/ink4.xml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19.png"/><Relationship Id="rId10" Type="http://schemas.openxmlformats.org/officeDocument/2006/relationships/image" Target="../media/image9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customXml" Target="../ink/ink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png"/><Relationship Id="rId18" Type="http://schemas.openxmlformats.org/officeDocument/2006/relationships/customXml" Target="../ink/ink12.xml"/><Relationship Id="rId26" Type="http://schemas.openxmlformats.org/officeDocument/2006/relationships/customXml" Target="../ink/ink16.xml"/><Relationship Id="rId3" Type="http://schemas.openxmlformats.org/officeDocument/2006/relationships/image" Target="../media/image41.png"/><Relationship Id="rId21" Type="http://schemas.openxmlformats.org/officeDocument/2006/relationships/image" Target="../media/image50.png"/><Relationship Id="rId7" Type="http://schemas.openxmlformats.org/officeDocument/2006/relationships/image" Target="../media/image43.png"/><Relationship Id="rId12" Type="http://schemas.openxmlformats.org/officeDocument/2006/relationships/customXml" Target="../ink/ink9.xml"/><Relationship Id="rId17" Type="http://schemas.openxmlformats.org/officeDocument/2006/relationships/image" Target="../media/image48.png"/><Relationship Id="rId25" Type="http://schemas.openxmlformats.org/officeDocument/2006/relationships/image" Target="../media/image52.png"/><Relationship Id="rId33" Type="http://schemas.openxmlformats.org/officeDocument/2006/relationships/image" Target="../media/image56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11.xml"/><Relationship Id="rId20" Type="http://schemas.openxmlformats.org/officeDocument/2006/relationships/customXml" Target="../ink/ink13.xml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45.png"/><Relationship Id="rId24" Type="http://schemas.openxmlformats.org/officeDocument/2006/relationships/customXml" Target="../ink/ink15.xml"/><Relationship Id="rId32" Type="http://schemas.openxmlformats.org/officeDocument/2006/relationships/customXml" Target="../ink/ink19.xml"/><Relationship Id="rId5" Type="http://schemas.openxmlformats.org/officeDocument/2006/relationships/image" Target="../media/image42.png"/><Relationship Id="rId15" Type="http://schemas.openxmlformats.org/officeDocument/2006/relationships/image" Target="../media/image47.png"/><Relationship Id="rId23" Type="http://schemas.openxmlformats.org/officeDocument/2006/relationships/image" Target="../media/image51.png"/><Relationship Id="rId28" Type="http://schemas.openxmlformats.org/officeDocument/2006/relationships/customXml" Target="../ink/ink17.xml"/><Relationship Id="rId10" Type="http://schemas.openxmlformats.org/officeDocument/2006/relationships/customXml" Target="../ink/ink8.xml"/><Relationship Id="rId19" Type="http://schemas.openxmlformats.org/officeDocument/2006/relationships/image" Target="../media/image49.png"/><Relationship Id="rId31" Type="http://schemas.openxmlformats.org/officeDocument/2006/relationships/image" Target="../media/image55.png"/><Relationship Id="rId4" Type="http://schemas.openxmlformats.org/officeDocument/2006/relationships/customXml" Target="../ink/ink5.xml"/><Relationship Id="rId9" Type="http://schemas.openxmlformats.org/officeDocument/2006/relationships/image" Target="../media/image44.png"/><Relationship Id="rId14" Type="http://schemas.openxmlformats.org/officeDocument/2006/relationships/customXml" Target="../ink/ink10.xml"/><Relationship Id="rId22" Type="http://schemas.openxmlformats.org/officeDocument/2006/relationships/customXml" Target="../ink/ink14.xml"/><Relationship Id="rId27" Type="http://schemas.openxmlformats.org/officeDocument/2006/relationships/image" Target="../media/image53.png"/><Relationship Id="rId30" Type="http://schemas.openxmlformats.org/officeDocument/2006/relationships/customXml" Target="../ink/ink18.xml"/><Relationship Id="rId8" Type="http://schemas.openxmlformats.org/officeDocument/2006/relationships/customXml" Target="../ink/ink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820C3D-E0C5-190E-CA4F-49DC7E59E018}"/>
              </a:ext>
            </a:extLst>
          </p:cNvPr>
          <p:cNvSpPr/>
          <p:nvPr/>
        </p:nvSpPr>
        <p:spPr>
          <a:xfrm>
            <a:off x="3096471" y="2487316"/>
            <a:ext cx="8339328" cy="2322576"/>
          </a:xfrm>
          <a:prstGeom prst="rect">
            <a:avLst/>
          </a:prstGeom>
          <a:gradFill>
            <a:gsLst>
              <a:gs pos="84000">
                <a:srgbClr val="6750A4"/>
              </a:gs>
              <a:gs pos="100000">
                <a:srgbClr val="5E4B9B"/>
              </a:gs>
              <a:gs pos="0">
                <a:srgbClr val="C2B9D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057225C-7B0D-8E01-0675-10B84922B4D1}"/>
              </a:ext>
            </a:extLst>
          </p:cNvPr>
          <p:cNvGrpSpPr/>
          <p:nvPr/>
        </p:nvGrpSpPr>
        <p:grpSpPr>
          <a:xfrm>
            <a:off x="2748384" y="1988966"/>
            <a:ext cx="9035502" cy="3141635"/>
            <a:chOff x="2779284" y="2061537"/>
            <a:chExt cx="9035502" cy="3141635"/>
          </a:xfrm>
          <a:solidFill>
            <a:srgbClr val="5E4B9B">
              <a:alpha val="34000"/>
            </a:srgbClr>
          </a:solidFill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76AE65F-8669-F48B-ED92-0C842750A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4117239" y="2421453"/>
              <a:ext cx="487008" cy="487008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AAC0D31E-766D-5F23-2585-2FA20DEBC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3413700" y="2189927"/>
              <a:ext cx="487008" cy="48700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8B8FAB48-98A2-6138-31E6-CC2CF1F3A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2779284" y="3475192"/>
              <a:ext cx="487008" cy="48700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6295AAC8-D28A-7982-54B1-10DE1935D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3752400" y="3069094"/>
              <a:ext cx="487008" cy="487008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AA05ACC2-7B31-53D4-40F3-523881A73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3055904" y="2849055"/>
              <a:ext cx="434623" cy="434623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770464A4-2ABA-BB2A-0D07-8A13E2964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4842275" y="2755765"/>
              <a:ext cx="434623" cy="434623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BB4B956A-18BF-3F7A-47AC-AAE4BE63D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5793789" y="2404559"/>
              <a:ext cx="434623" cy="434623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5C326919-FA48-E2F6-8EBB-C548DA3B6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5159672" y="2061537"/>
              <a:ext cx="487008" cy="487008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B067E3A8-B175-2666-2D2F-AB6C913A4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5125984" y="3662425"/>
              <a:ext cx="487008" cy="487008"/>
            </a:xfrm>
            <a:prstGeom prst="rect">
              <a:avLst/>
            </a:prstGeom>
          </p:spPr>
        </p:pic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8E4D7CC9-0A72-E77F-1545-0793A906B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4422445" y="3430899"/>
              <a:ext cx="487008" cy="487008"/>
            </a:xfrm>
            <a:prstGeom prst="rect">
              <a:avLst/>
            </a:prstGeom>
          </p:spPr>
        </p:pic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992C601F-7436-0794-1B9C-096D779C6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3788029" y="4716164"/>
              <a:ext cx="487008" cy="487008"/>
            </a:xfrm>
            <a:prstGeom prst="rect">
              <a:avLst/>
            </a:prstGeom>
          </p:spPr>
        </p:pic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DA3FE214-1CDF-D831-C425-0BB012938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4761145" y="4310066"/>
              <a:ext cx="487008" cy="487008"/>
            </a:xfrm>
            <a:prstGeom prst="rect">
              <a:avLst/>
            </a:prstGeom>
          </p:spPr>
        </p:pic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E8FAD022-218B-B002-EAAE-F35DDB67C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3446583" y="3791092"/>
              <a:ext cx="487008" cy="487008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1E123A64-ED1A-4352-963B-CF3A3C195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3113135" y="4441232"/>
              <a:ext cx="434623" cy="434623"/>
            </a:xfrm>
            <a:prstGeom prst="rect">
              <a:avLst/>
            </a:prstGeom>
          </p:spPr>
        </p:pic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BF6FCB3C-5F90-BCCF-CC63-9DFB6D3C1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4064649" y="4090027"/>
              <a:ext cx="434623" cy="434623"/>
            </a:xfrm>
            <a:prstGeom prst="rect">
              <a:avLst/>
            </a:prstGeom>
          </p:spPr>
        </p:pic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3F66C52E-945C-6251-BBF3-841A1DCA9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5540716" y="3037142"/>
              <a:ext cx="487008" cy="487008"/>
            </a:xfrm>
            <a:prstGeom prst="rect">
              <a:avLst/>
            </a:prstGeom>
          </p:spPr>
        </p:pic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D79D6343-661A-CC3B-992D-207114FA0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6513832" y="2631044"/>
              <a:ext cx="487008" cy="487008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34E14E53-5E86-BC0D-88BC-D30827ACC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7863869" y="3217929"/>
              <a:ext cx="487008" cy="487008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D5958DAE-FFB0-C22B-8B76-1F257EFDD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5851020" y="3996737"/>
              <a:ext cx="434623" cy="434623"/>
            </a:xfrm>
            <a:prstGeom prst="rect">
              <a:avLst/>
            </a:prstGeom>
          </p:spPr>
        </p:pic>
        <p:pic>
          <p:nvPicPr>
            <p:cNvPr id="56" name="Graphic 55">
              <a:extLst>
                <a:ext uri="{FF2B5EF4-FFF2-40B4-BE49-F238E27FC236}">
                  <a16:creationId xmlns:a16="http://schemas.microsoft.com/office/drawing/2014/main" id="{5B270128-1456-1F88-50AA-7F9E43071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6802534" y="3645531"/>
              <a:ext cx="434623" cy="434623"/>
            </a:xfrm>
            <a:prstGeom prst="rect">
              <a:avLst/>
            </a:prstGeom>
          </p:spPr>
        </p:pic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9B78717E-2049-D0AA-1F75-7782BCB96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7144278" y="2942317"/>
              <a:ext cx="487008" cy="487008"/>
            </a:xfrm>
            <a:prstGeom prst="rect">
              <a:avLst/>
            </a:prstGeom>
          </p:spPr>
        </p:pic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9719A443-2032-CFEB-0532-07A2BB2A4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6168417" y="3302509"/>
              <a:ext cx="487008" cy="487008"/>
            </a:xfrm>
            <a:prstGeom prst="rect">
              <a:avLst/>
            </a:prstGeom>
          </p:spPr>
        </p:pic>
        <p:pic>
          <p:nvPicPr>
            <p:cNvPr id="90" name="Graphic 89">
              <a:extLst>
                <a:ext uri="{FF2B5EF4-FFF2-40B4-BE49-F238E27FC236}">
                  <a16:creationId xmlns:a16="http://schemas.microsoft.com/office/drawing/2014/main" id="{7EB8D137-C6F5-AAC7-268F-C88F2148E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7176018" y="4503327"/>
              <a:ext cx="487008" cy="487008"/>
            </a:xfrm>
            <a:prstGeom prst="rect">
              <a:avLst/>
            </a:prstGeom>
          </p:spPr>
        </p:pic>
        <p:pic>
          <p:nvPicPr>
            <p:cNvPr id="91" name="Graphic 90">
              <a:extLst>
                <a:ext uri="{FF2B5EF4-FFF2-40B4-BE49-F238E27FC236}">
                  <a16:creationId xmlns:a16="http://schemas.microsoft.com/office/drawing/2014/main" id="{903A29BE-44FF-1907-00E7-2F741C2D7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6472479" y="4271801"/>
              <a:ext cx="487008" cy="487008"/>
            </a:xfrm>
            <a:prstGeom prst="rect">
              <a:avLst/>
            </a:prstGeom>
          </p:spPr>
        </p:pic>
        <p:pic>
          <p:nvPicPr>
            <p:cNvPr id="94" name="Graphic 93">
              <a:extLst>
                <a:ext uri="{FF2B5EF4-FFF2-40B4-BE49-F238E27FC236}">
                  <a16:creationId xmlns:a16="http://schemas.microsoft.com/office/drawing/2014/main" id="{CC3F01A4-BF8E-FFF4-42A1-BFAC5BB56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5496617" y="4631994"/>
              <a:ext cx="487008" cy="487008"/>
            </a:xfrm>
            <a:prstGeom prst="rect">
              <a:avLst/>
            </a:prstGeom>
          </p:spPr>
        </p:pic>
        <p:pic>
          <p:nvPicPr>
            <p:cNvPr id="97" name="Graphic 96">
              <a:extLst>
                <a:ext uri="{FF2B5EF4-FFF2-40B4-BE49-F238E27FC236}">
                  <a16:creationId xmlns:a16="http://schemas.microsoft.com/office/drawing/2014/main" id="{65C0D7DD-F570-D50A-9AAB-34122B096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7590750" y="3878044"/>
              <a:ext cx="487008" cy="487008"/>
            </a:xfrm>
            <a:prstGeom prst="rect">
              <a:avLst/>
            </a:prstGeom>
          </p:spPr>
        </p:pic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61E9F14C-E968-9A68-2BAF-D84D67366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8563866" y="3471946"/>
              <a:ext cx="487008" cy="487008"/>
            </a:xfrm>
            <a:prstGeom prst="rect">
              <a:avLst/>
            </a:prstGeom>
          </p:spPr>
        </p:pic>
        <p:pic>
          <p:nvPicPr>
            <p:cNvPr id="99" name="Graphic 98">
              <a:extLst>
                <a:ext uri="{FF2B5EF4-FFF2-40B4-BE49-F238E27FC236}">
                  <a16:creationId xmlns:a16="http://schemas.microsoft.com/office/drawing/2014/main" id="{B2C0E708-700A-C399-E257-1B85C1866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9913903" y="4058831"/>
              <a:ext cx="487008" cy="487008"/>
            </a:xfrm>
            <a:prstGeom prst="rect">
              <a:avLst/>
            </a:prstGeom>
          </p:spPr>
        </p:pic>
        <p:pic>
          <p:nvPicPr>
            <p:cNvPr id="101" name="Graphic 100">
              <a:extLst>
                <a:ext uri="{FF2B5EF4-FFF2-40B4-BE49-F238E27FC236}">
                  <a16:creationId xmlns:a16="http://schemas.microsoft.com/office/drawing/2014/main" id="{DDECEBF2-BC47-053E-833E-D85902592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8852568" y="4486433"/>
              <a:ext cx="434623" cy="434623"/>
            </a:xfrm>
            <a:prstGeom prst="rect">
              <a:avLst/>
            </a:prstGeom>
          </p:spPr>
        </p:pic>
        <p:pic>
          <p:nvPicPr>
            <p:cNvPr id="102" name="Graphic 101">
              <a:extLst>
                <a:ext uri="{FF2B5EF4-FFF2-40B4-BE49-F238E27FC236}">
                  <a16:creationId xmlns:a16="http://schemas.microsoft.com/office/drawing/2014/main" id="{72B475D1-F0EE-AA02-5C60-1E41648A2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9194312" y="3783219"/>
              <a:ext cx="487008" cy="487008"/>
            </a:xfrm>
            <a:prstGeom prst="rect">
              <a:avLst/>
            </a:prstGeom>
          </p:spPr>
        </p:pic>
        <p:pic>
          <p:nvPicPr>
            <p:cNvPr id="103" name="Graphic 102">
              <a:extLst>
                <a:ext uri="{FF2B5EF4-FFF2-40B4-BE49-F238E27FC236}">
                  <a16:creationId xmlns:a16="http://schemas.microsoft.com/office/drawing/2014/main" id="{5E564DC2-BF00-A596-9794-72230AA2F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8218451" y="4143411"/>
              <a:ext cx="487008" cy="487008"/>
            </a:xfrm>
            <a:prstGeom prst="rect">
              <a:avLst/>
            </a:prstGeom>
          </p:spPr>
        </p:pic>
        <p:pic>
          <p:nvPicPr>
            <p:cNvPr id="107" name="Graphic 106">
              <a:extLst>
                <a:ext uri="{FF2B5EF4-FFF2-40B4-BE49-F238E27FC236}">
                  <a16:creationId xmlns:a16="http://schemas.microsoft.com/office/drawing/2014/main" id="{42A197A7-2A7D-991F-0994-A2C8EC368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8266063" y="2582273"/>
              <a:ext cx="487008" cy="487008"/>
            </a:xfrm>
            <a:prstGeom prst="rect">
              <a:avLst/>
            </a:prstGeom>
          </p:spPr>
        </p:pic>
        <p:pic>
          <p:nvPicPr>
            <p:cNvPr id="110" name="Graphic 109">
              <a:extLst>
                <a:ext uri="{FF2B5EF4-FFF2-40B4-BE49-F238E27FC236}">
                  <a16:creationId xmlns:a16="http://schemas.microsoft.com/office/drawing/2014/main" id="{5ED410F0-540E-772B-337A-1FDD862F5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7591169" y="2307341"/>
              <a:ext cx="434623" cy="434623"/>
            </a:xfrm>
            <a:prstGeom prst="rect">
              <a:avLst/>
            </a:prstGeom>
          </p:spPr>
        </p:pic>
        <p:pic>
          <p:nvPicPr>
            <p:cNvPr id="122" name="Graphic 121">
              <a:extLst>
                <a:ext uri="{FF2B5EF4-FFF2-40B4-BE49-F238E27FC236}">
                  <a16:creationId xmlns:a16="http://schemas.microsoft.com/office/drawing/2014/main" id="{9B23473A-653B-3945-6C25-367AE7196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9730576" y="3146758"/>
              <a:ext cx="487008" cy="487008"/>
            </a:xfrm>
            <a:prstGeom prst="rect">
              <a:avLst/>
            </a:prstGeom>
          </p:spPr>
        </p:pic>
        <p:pic>
          <p:nvPicPr>
            <p:cNvPr id="123" name="Graphic 122">
              <a:extLst>
                <a:ext uri="{FF2B5EF4-FFF2-40B4-BE49-F238E27FC236}">
                  <a16:creationId xmlns:a16="http://schemas.microsoft.com/office/drawing/2014/main" id="{B988E885-F645-034A-DE95-F4AD0CA77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10703692" y="2740660"/>
              <a:ext cx="487008" cy="487008"/>
            </a:xfrm>
            <a:prstGeom prst="rect">
              <a:avLst/>
            </a:prstGeom>
          </p:spPr>
        </p:pic>
        <p:pic>
          <p:nvPicPr>
            <p:cNvPr id="124" name="Graphic 123">
              <a:extLst>
                <a:ext uri="{FF2B5EF4-FFF2-40B4-BE49-F238E27FC236}">
                  <a16:creationId xmlns:a16="http://schemas.microsoft.com/office/drawing/2014/main" id="{A6956EA3-E74C-0BD2-309A-F33F5DDFD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9389130" y="2221686"/>
              <a:ext cx="487008" cy="487008"/>
            </a:xfrm>
            <a:prstGeom prst="rect">
              <a:avLst/>
            </a:prstGeom>
          </p:spPr>
        </p:pic>
        <p:pic>
          <p:nvPicPr>
            <p:cNvPr id="125" name="Graphic 124">
              <a:extLst>
                <a:ext uri="{FF2B5EF4-FFF2-40B4-BE49-F238E27FC236}">
                  <a16:creationId xmlns:a16="http://schemas.microsoft.com/office/drawing/2014/main" id="{6F5FE343-7EA2-3CE8-2FCF-CB70C67FE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9055682" y="2871826"/>
              <a:ext cx="434623" cy="434623"/>
            </a:xfrm>
            <a:prstGeom prst="rect">
              <a:avLst/>
            </a:prstGeom>
          </p:spPr>
        </p:pic>
        <p:pic>
          <p:nvPicPr>
            <p:cNvPr id="126" name="Graphic 125">
              <a:extLst>
                <a:ext uri="{FF2B5EF4-FFF2-40B4-BE49-F238E27FC236}">
                  <a16:creationId xmlns:a16="http://schemas.microsoft.com/office/drawing/2014/main" id="{A9C59977-A97C-DB01-4EA2-973F9DF0D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10007196" y="2520621"/>
              <a:ext cx="434623" cy="434623"/>
            </a:xfrm>
            <a:prstGeom prst="rect">
              <a:avLst/>
            </a:prstGeom>
          </p:spPr>
        </p:pic>
        <p:pic>
          <p:nvPicPr>
            <p:cNvPr id="137" name="Graphic 136">
              <a:extLst>
                <a:ext uri="{FF2B5EF4-FFF2-40B4-BE49-F238E27FC236}">
                  <a16:creationId xmlns:a16="http://schemas.microsoft.com/office/drawing/2014/main" id="{07797BC3-1CE2-8503-7C33-C5070F270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11103543" y="3757574"/>
              <a:ext cx="487008" cy="487008"/>
            </a:xfrm>
            <a:prstGeom prst="rect">
              <a:avLst/>
            </a:prstGeom>
          </p:spPr>
        </p:pic>
        <p:pic>
          <p:nvPicPr>
            <p:cNvPr id="140" name="Graphic 139">
              <a:extLst>
                <a:ext uri="{FF2B5EF4-FFF2-40B4-BE49-F238E27FC236}">
                  <a16:creationId xmlns:a16="http://schemas.microsoft.com/office/drawing/2014/main" id="{C5E2015C-B2DC-69A6-7937-E2813E48F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10428649" y="3482642"/>
              <a:ext cx="434623" cy="434623"/>
            </a:xfrm>
            <a:prstGeom prst="rect">
              <a:avLst/>
            </a:prstGeom>
          </p:spPr>
        </p:pic>
        <p:pic>
          <p:nvPicPr>
            <p:cNvPr id="141" name="Graphic 140">
              <a:extLst>
                <a:ext uri="{FF2B5EF4-FFF2-40B4-BE49-F238E27FC236}">
                  <a16:creationId xmlns:a16="http://schemas.microsoft.com/office/drawing/2014/main" id="{5843C75D-DEB3-0748-F526-27BB8D401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11380163" y="3131437"/>
              <a:ext cx="434623" cy="434623"/>
            </a:xfrm>
            <a:prstGeom prst="rect">
              <a:avLst/>
            </a:prstGeom>
          </p:spPr>
        </p:pic>
        <p:pic>
          <p:nvPicPr>
            <p:cNvPr id="149" name="Graphic 148">
              <a:extLst>
                <a:ext uri="{FF2B5EF4-FFF2-40B4-BE49-F238E27FC236}">
                  <a16:creationId xmlns:a16="http://schemas.microsoft.com/office/drawing/2014/main" id="{69448F4D-6D00-E751-D05E-FB4C57169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10675509" y="4494800"/>
              <a:ext cx="434623" cy="434623"/>
            </a:xfrm>
            <a:prstGeom prst="rect">
              <a:avLst/>
            </a:prstGeom>
          </p:spPr>
        </p:pic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0BA4866F-AB4E-D089-CA06-6836BCD91B9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33439" y="2909799"/>
            <a:ext cx="1442258" cy="1442258"/>
          </a:xfrm>
          <a:prstGeom prst="rect">
            <a:avLst/>
          </a:prstGeom>
          <a:effectLst>
            <a:glow rad="1905000">
              <a:schemeClr val="bg1">
                <a:alpha val="40000"/>
              </a:schemeClr>
            </a:glow>
            <a:outerShdw blurRad="50800" dist="50800" dir="5400000" algn="ctr" rotWithShape="0">
              <a:srgbClr val="000000">
                <a:alpha val="38000"/>
              </a:srgbClr>
            </a:outerShdw>
            <a:reflection stA="0" endPos="65000" dist="50800" dir="5400000" sy="-100000" algn="bl" rotWithShape="0"/>
          </a:effec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AEFEE8B6-FC45-0142-94B0-30C6FECB4C0C}"/>
                  </a:ext>
                </a:extLst>
              </p14:cNvPr>
              <p14:cNvContentPartPr/>
              <p14:nvPr/>
            </p14:nvContentPartPr>
            <p14:xfrm>
              <a:off x="5658055" y="1090415"/>
              <a:ext cx="516960" cy="3736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AEFEE8B6-FC45-0142-94B0-30C6FECB4C0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49055" y="1081415"/>
                <a:ext cx="53460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4CBDD0F-9D8B-4A54-1E72-2F37F3FCCE17}"/>
                  </a:ext>
                </a:extLst>
              </p14:cNvPr>
              <p14:cNvContentPartPr/>
              <p14:nvPr/>
            </p14:nvContentPartPr>
            <p14:xfrm>
              <a:off x="5818975" y="1198415"/>
              <a:ext cx="124200" cy="19440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4CBDD0F-9D8B-4A54-1E72-2F37F3FCCE1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09975" y="1189415"/>
                <a:ext cx="1418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A39A1A35-C7A5-C490-AF2D-C73A53F565CC}"/>
                  </a:ext>
                </a:extLst>
              </p14:cNvPr>
              <p14:cNvContentPartPr/>
              <p14:nvPr/>
            </p14:nvContentPartPr>
            <p14:xfrm>
              <a:off x="6337735" y="1547255"/>
              <a:ext cx="542880" cy="45756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A39A1A35-C7A5-C490-AF2D-C73A53F565C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328735" y="1538615"/>
                <a:ext cx="56052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13CEF764-CAA3-40B1-8F08-AEE7FCA49D2D}"/>
                  </a:ext>
                </a:extLst>
              </p14:cNvPr>
              <p14:cNvContentPartPr/>
              <p14:nvPr/>
            </p14:nvContentPartPr>
            <p14:xfrm>
              <a:off x="6455095" y="812855"/>
              <a:ext cx="765000" cy="75528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13CEF764-CAA3-40B1-8F08-AEE7FCA49D2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46095" y="804215"/>
                <a:ext cx="782640" cy="77292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62DA411F-1AEB-18E1-7F8A-3B485ED7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3748" y="2927612"/>
            <a:ext cx="4026668" cy="144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Graphic 169">
            <a:extLst>
              <a:ext uri="{FF2B5EF4-FFF2-40B4-BE49-F238E27FC236}">
                <a16:creationId xmlns:a16="http://schemas.microsoft.com/office/drawing/2014/main" id="{59278626-242A-9983-52DB-51001D9E88B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229054" y="5111984"/>
            <a:ext cx="1442258" cy="1442258"/>
          </a:xfrm>
          <a:prstGeom prst="rect">
            <a:avLst/>
          </a:prstGeom>
          <a:effectLst>
            <a:glow rad="1905000">
              <a:srgbClr val="C2B9DD">
                <a:alpha val="92000"/>
              </a:srgbClr>
            </a:glow>
            <a:outerShdw blurRad="50800" dist="50800" dir="5400000" algn="ctr" rotWithShape="0">
              <a:srgbClr val="000000">
                <a:alpha val="38000"/>
              </a:srgbClr>
            </a:outerShdw>
            <a:reflection stA="0" endPos="65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6713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9B5FBC-FC5A-0F82-5243-3B36F8731E35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solidFill>
            <a:srgbClr val="3026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AEB71EB1-6206-18A0-C618-2C8A4E6713BA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 rad="1905000"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602A5D-0DB9-6BB6-17A3-FDAC51BF0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607" y="3634128"/>
            <a:ext cx="270269" cy="2831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979396-5631-2F7D-F53D-1F7E305A4138}"/>
              </a:ext>
            </a:extLst>
          </p:cNvPr>
          <p:cNvSpPr txBox="1"/>
          <p:nvPr/>
        </p:nvSpPr>
        <p:spPr>
          <a:xfrm>
            <a:off x="3440906" y="3607700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Clock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8371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47CEA-9CEB-F709-0698-2ADC808B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4D3E57-A66F-887E-42DD-E81D0D5AC74A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5EACDA-7F8B-C8FB-7E74-D4E8C64BD207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F21F883-4DE8-3183-8F11-8C82D49E5796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2391CB-8F63-0234-5227-EA28A0D31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607" y="3634128"/>
            <a:ext cx="270269" cy="2831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A93FDB-69F9-3546-A44F-46CE42A26526}"/>
              </a:ext>
            </a:extLst>
          </p:cNvPr>
          <p:cNvSpPr txBox="1"/>
          <p:nvPr/>
        </p:nvSpPr>
        <p:spPr>
          <a:xfrm>
            <a:off x="3440906" y="3607700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Clock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7014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9B6DE-F6D1-C4B6-CCBF-22D97EE4B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94284E-81FA-6151-191A-B4023747C8C1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D6FA8E-ED68-F7A5-7B5D-4A084BCECB47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FB4B7193-F3E6-7AD9-A353-572414076C1C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A034E4-6293-5D88-DDAF-2EEFD0CD7C83}"/>
              </a:ext>
            </a:extLst>
          </p:cNvPr>
          <p:cNvSpPr txBox="1"/>
          <p:nvPr/>
        </p:nvSpPr>
        <p:spPr>
          <a:xfrm>
            <a:off x="3440906" y="3607700"/>
            <a:ext cx="705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Date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E94235-B33C-DF8A-A639-255304080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834" y="3643312"/>
            <a:ext cx="259311" cy="25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19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312F7-EE4E-58D3-82C0-2EA70CAE0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EF8226-AB2A-E42B-74C0-290B51EE3B63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AEEB66-D555-A7AD-0755-A509D75F691B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5E59C2C1-DB01-5F68-96FC-F0ECB33629EA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767ECE-1ECE-96F7-705A-365277F0D96F}"/>
              </a:ext>
            </a:extLst>
          </p:cNvPr>
          <p:cNvSpPr txBox="1"/>
          <p:nvPr/>
        </p:nvSpPr>
        <p:spPr>
          <a:xfrm>
            <a:off x="3440906" y="3607700"/>
            <a:ext cx="1580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Temperature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131E77-AD59-7AAC-93F2-F11B6EE32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768" y="3637718"/>
            <a:ext cx="241184" cy="28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29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E5773-0990-2CFC-9C70-A722E11D2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058FE9-5F98-9665-9485-F17F91DFFBAC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AE8B14-24C6-4189-BB1C-50EA211C04FC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712381B-5176-B1F1-53E4-A7737E42AFCC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DF9187-2864-4EA3-D52D-186027CC7BE1}"/>
              </a:ext>
            </a:extLst>
          </p:cNvPr>
          <p:cNvSpPr txBox="1"/>
          <p:nvPr/>
        </p:nvSpPr>
        <p:spPr>
          <a:xfrm>
            <a:off x="3440906" y="3607700"/>
            <a:ext cx="1122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Weather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9D4C7-19EC-7764-2E76-D1FB93745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363" y="3634566"/>
            <a:ext cx="287824" cy="30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5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AE0A9-4418-59F7-5216-10612E8D0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61B5EB-2797-B970-BD7A-EFF5FFDDBB16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EC3C3A-877F-4B31-1A2D-676C47BA5FB5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1C5C993-5381-C934-41D3-83273D034867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5312D0-6B0E-D922-2B52-23BB5020DCDA}"/>
              </a:ext>
            </a:extLst>
          </p:cNvPr>
          <p:cNvSpPr txBox="1"/>
          <p:nvPr/>
        </p:nvSpPr>
        <p:spPr>
          <a:xfrm>
            <a:off x="3440906" y="3607700"/>
            <a:ext cx="126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Memento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45951A-F0D4-0A89-D04F-2940701E5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706" y="3636278"/>
            <a:ext cx="311658" cy="29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995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C985E-5494-465A-82B7-12837ED8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124CE6-CB96-27B0-A545-F42A3E9951DB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3BCA46-BC80-0316-83EB-2CE7E5EF971B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3F98F11-787C-1E46-F8C2-E0C3BD3C266E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B4E103-3429-76F7-3F9E-CCED82236456}"/>
              </a:ext>
            </a:extLst>
          </p:cNvPr>
          <p:cNvSpPr txBox="1"/>
          <p:nvPr/>
        </p:nvSpPr>
        <p:spPr>
          <a:xfrm>
            <a:off x="3440906" y="3607700"/>
            <a:ext cx="258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Atmospheric Pressure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52694B-9F13-B223-6DDA-7C16FFB18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208" y="3653647"/>
            <a:ext cx="347355" cy="25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24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E45D4-E1BF-BA78-662E-BC91E1AF4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6E6F33-383C-95D0-79F5-48EACE550580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AD3EE8-1D0C-974E-7F6B-65A89BB50877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032078F-970C-0B55-F112-3BD370F758CC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07867B-D146-8F9E-FB60-DC27E51DE9EE}"/>
              </a:ext>
            </a:extLst>
          </p:cNvPr>
          <p:cNvSpPr txBox="1"/>
          <p:nvPr/>
        </p:nvSpPr>
        <p:spPr>
          <a:xfrm>
            <a:off x="3440906" y="3607700"/>
            <a:ext cx="1593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Screen Saver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93BC1F-94FA-6A53-66FF-BFE9A71D0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127" y="3612403"/>
            <a:ext cx="351992" cy="33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83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224A1-9BE3-70B2-1671-F395672F2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E1FF03-8A94-DFA9-ED04-AA24FFDE4C28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ADDB225-89E4-6F08-4B67-6F20C8A7A5F0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E46D0E7-B1E2-0F40-E695-490AE15CF146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93EAB4-9417-9970-E931-C05F0066DEC7}"/>
              </a:ext>
            </a:extLst>
          </p:cNvPr>
          <p:cNvSpPr txBox="1"/>
          <p:nvPr/>
        </p:nvSpPr>
        <p:spPr>
          <a:xfrm>
            <a:off x="3440906" y="3607700"/>
            <a:ext cx="2332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Currency Standards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C1D166-CC8E-1AD4-E237-962E1658C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171" y="3623769"/>
            <a:ext cx="311904" cy="33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24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91028-2FD6-3669-4C3A-350CDF3BD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CA4C1D-8226-8B18-17E4-CADC2B0B4090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353478-5465-FA40-4A91-03B68271AC39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D3519D1-DD11-706C-C6C7-0A0EA2BACDF5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0CBB4F-97B0-CB66-1FA4-35A13C94436F}"/>
              </a:ext>
            </a:extLst>
          </p:cNvPr>
          <p:cNvSpPr txBox="1"/>
          <p:nvPr/>
        </p:nvSpPr>
        <p:spPr>
          <a:xfrm>
            <a:off x="3440906" y="3607700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Notifications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047C6-2A45-95E8-F62E-171C7D56A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868" y="3637111"/>
            <a:ext cx="289495" cy="3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65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70895-AF79-136F-F6E7-C598F6368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CAFFE3-0C4A-4C12-15DB-6683DE3E4D12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3DF322-B450-3459-EA6A-797AB7CEAEEC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EFDD1C6-9175-1E62-9FCA-181EC3F20143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55D240-52B7-EA75-9FC5-E15B4B85439C}"/>
              </a:ext>
            </a:extLst>
          </p:cNvPr>
          <p:cNvSpPr txBox="1"/>
          <p:nvPr/>
        </p:nvSpPr>
        <p:spPr>
          <a:xfrm>
            <a:off x="3440906" y="36077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Timer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4D94E5-8C2E-70C5-1199-A56614C69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3630977"/>
            <a:ext cx="339215" cy="31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104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8E2D1-A2D6-FA38-7FB8-320D5D78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403CA7-50C1-0539-7341-BFA6DE59EAAD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7EBFA51-2EB3-4EF7-7A8E-D395B9917FED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746FDB93-134F-0CAF-10F2-CC05ACC625D2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7192B9-3674-679B-8DE4-81C10DCD5FC6}"/>
              </a:ext>
            </a:extLst>
          </p:cNvPr>
          <p:cNvSpPr txBox="1"/>
          <p:nvPr/>
        </p:nvSpPr>
        <p:spPr>
          <a:xfrm>
            <a:off x="3440906" y="3607700"/>
            <a:ext cx="1410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Stopwatch 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84F2B3-0A1A-D180-907D-5BBEDB24A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3630977"/>
            <a:ext cx="339215" cy="31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12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E8170-8372-258F-BC08-EE50FEE8D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1F0801-ABE5-C2A9-2847-A05B0406E6C6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F4CE8D-8F4C-32CE-3A06-0C5F259A0F58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0F85107-8226-B25B-9520-8F3C5CCC99E8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AFE1EA-3AB1-558D-F8BA-3EBEBF37A3B7}"/>
              </a:ext>
            </a:extLst>
          </p:cNvPr>
          <p:cNvSpPr txBox="1"/>
          <p:nvPr/>
        </p:nvSpPr>
        <p:spPr>
          <a:xfrm>
            <a:off x="3440906" y="3607700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Now Playing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41EA19-F2ED-787F-3D0C-6BFAEEB1F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3630977"/>
            <a:ext cx="339215" cy="312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ECD756-E59D-158D-FD69-4B60C4420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375" y="3640503"/>
            <a:ext cx="287853" cy="27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04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41BB6-30EB-F565-3ABB-36ADD32D7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2E401F-5CD1-6446-2175-0D1790CBCFD5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BA6237-BE66-D0A0-2437-85D888FF6B0D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F9C6A3A-1B50-2B69-5B95-40151DD24AB2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462290-BE62-2921-B5BE-D283DFCEC626}"/>
              </a:ext>
            </a:extLst>
          </p:cNvPr>
          <p:cNvSpPr txBox="1"/>
          <p:nvPr/>
        </p:nvSpPr>
        <p:spPr>
          <a:xfrm>
            <a:off x="3440906" y="3607700"/>
            <a:ext cx="1502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ETS2 Gauge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4C9B6D-9A21-2C55-CD97-C6D4E76A0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3630977"/>
            <a:ext cx="339215" cy="312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DA8428-C487-D524-FC5F-2420B8EBC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375" y="3640503"/>
            <a:ext cx="287853" cy="2758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09ACFF-3A6A-022A-CFA1-26596BDE4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774" y="3649404"/>
            <a:ext cx="368697" cy="27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90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75351-1E4F-74FD-089E-CA1CBF332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7F985E-5853-21D0-5BC0-CAB0D280A640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603631-B884-BE52-90B8-57E1626AAA73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06368E3-1000-DC55-DC18-4722B9DA80CB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A9729C-391C-6043-54B8-2C38D132FD36}"/>
              </a:ext>
            </a:extLst>
          </p:cNvPr>
          <p:cNvSpPr txBox="1"/>
          <p:nvPr/>
        </p:nvSpPr>
        <p:spPr>
          <a:xfrm>
            <a:off x="3440906" y="3607700"/>
            <a:ext cx="270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Brightness &amp; Dimming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1D2CA5-A956-E936-D379-DAF694590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3630977"/>
            <a:ext cx="339215" cy="312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E6A817-3673-8FD7-63E7-9786B4ED4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375" y="3640503"/>
            <a:ext cx="287853" cy="2758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5FB171-D2AF-9AC4-60C0-E430109AB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774" y="3649404"/>
            <a:ext cx="368697" cy="2758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A847E3-3571-B31A-362F-83F5886F4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7406" y="3603716"/>
            <a:ext cx="349431" cy="3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706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8B02D-15F5-9D1B-238E-C2DE94DB3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5547EE-B344-B2AB-DD07-E5684202CFF2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68C4FD-3A20-7C63-EBE4-A9E41992B2E5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F194D124-5914-3AB4-13C4-F95821D14FAF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DF3631-FB21-398C-C2A7-B3B9C8D9C882}"/>
              </a:ext>
            </a:extLst>
          </p:cNvPr>
          <p:cNvSpPr txBox="1"/>
          <p:nvPr/>
        </p:nvSpPr>
        <p:spPr>
          <a:xfrm>
            <a:off x="3440906" y="3607700"/>
            <a:ext cx="2480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Wi-Fi &amp; Access Point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30D01D-63F7-65B4-2994-772E3D7AD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41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B37C-D2D6-E6E7-2CE8-728814D7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B26503-EEC5-4C73-3224-442C378E4657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D09D55-EF44-8E95-3F34-87502B0BC773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90A89753-7095-E837-6C8B-28C80D4E4C32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11E293-C104-6E47-2669-DFEF024C9BD8}"/>
              </a:ext>
            </a:extLst>
          </p:cNvPr>
          <p:cNvSpPr txBox="1"/>
          <p:nvPr/>
        </p:nvSpPr>
        <p:spPr>
          <a:xfrm>
            <a:off x="3440906" y="3607700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Account &amp; Authentication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762F42-26B7-1DF8-0552-F7767278A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175028-9F98-F970-AD6B-61F8BFC11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71" y="3607700"/>
            <a:ext cx="279247" cy="32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36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41300-0070-D584-530B-D5DE7AD86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D41107-192C-02F1-6763-79AC66D9259A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B8A83B8-50C4-0B6E-B9D9-CECECDA5B462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B8C517FE-1441-36EE-EABD-C2FC10947A08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A13A9B-8CC6-5546-51D6-012619CEC64B}"/>
              </a:ext>
            </a:extLst>
          </p:cNvPr>
          <p:cNvSpPr txBox="1"/>
          <p:nvPr/>
        </p:nvSpPr>
        <p:spPr>
          <a:xfrm>
            <a:off x="3440906" y="3607700"/>
            <a:ext cx="1660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Compatibility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D91D3A-8E26-E3DC-F83D-138E46A99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5936C0-0812-C583-4F22-96FA5A658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71" y="3607700"/>
            <a:ext cx="279247" cy="323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C8AE18-1C40-06BA-FE0C-8E40637AB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179" y="3627971"/>
            <a:ext cx="300029" cy="31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87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30991-4F6A-B9B5-3D35-1E58B89D6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BE5F62-AA46-81CE-CF47-3EB7DE2D87DC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5AA007-F69C-6F81-8825-231D396BCCE4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60AAD11-12C5-B060-D24E-55525BADEC8C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140FF9-B48A-634D-BDE0-E1E9C092FD5C}"/>
              </a:ext>
            </a:extLst>
          </p:cNvPr>
          <p:cNvSpPr txBox="1"/>
          <p:nvPr/>
        </p:nvSpPr>
        <p:spPr>
          <a:xfrm>
            <a:off x="3440906" y="3607700"/>
            <a:ext cx="266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Bill of Materials (BOM)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3F34BD-B701-6025-43B5-2F82105C6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27A945-048F-556A-5C0A-A807E0BB5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71" y="3607700"/>
            <a:ext cx="279247" cy="323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2B4543-1279-F72A-9183-84EF2145B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179" y="3627971"/>
            <a:ext cx="300029" cy="3184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E891A9-8344-1899-6CAB-6E431E1EF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383" y="3627971"/>
            <a:ext cx="333619" cy="287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A5A348-4471-949A-2BF3-382555576A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6571" y="3627971"/>
            <a:ext cx="300029" cy="29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462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B64EA-3414-7ECE-389D-1899E8706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159BDE-7B82-6E1C-5494-EC0B97D982AC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73D7F8-D08E-6BE1-D724-88E265113F68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4330DA1-8365-29F8-BDE0-9F2B81F1D8D4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1C0694-BFC4-C119-8CB0-C81971729AE7}"/>
              </a:ext>
            </a:extLst>
          </p:cNvPr>
          <p:cNvSpPr txBox="1"/>
          <p:nvPr/>
        </p:nvSpPr>
        <p:spPr>
          <a:xfrm>
            <a:off x="3440906" y="3607700"/>
            <a:ext cx="266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Bill of Materials (BOM)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8EDDA7-99FB-30B8-1C1B-325BBB8E6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953364-3357-AA23-CB61-6335557B5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71" y="3607700"/>
            <a:ext cx="279247" cy="323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736FCD-F214-867C-A292-71F20024B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179" y="3627971"/>
            <a:ext cx="300029" cy="3184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3236ED-1AF4-D6B4-6746-652F9A33CF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383" y="3627971"/>
            <a:ext cx="333619" cy="287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AC8A91-E8F9-FE88-11A0-FD4B9DA5DE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6571" y="3627971"/>
            <a:ext cx="300029" cy="29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255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E601-B38F-F753-962F-4BB4741ED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16008-0DCC-3848-D013-7A6A59D9927A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E7AC9E-C638-DD4D-E0D4-DFDFBB2515A8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C3C6A06-88F5-4D8E-85D0-DE95467B3242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A6E4D3-8F73-CDFA-A139-4B53A47CC9BA}"/>
              </a:ext>
            </a:extLst>
          </p:cNvPr>
          <p:cNvSpPr txBox="1"/>
          <p:nvPr/>
        </p:nvSpPr>
        <p:spPr>
          <a:xfrm>
            <a:off x="3440906" y="3607700"/>
            <a:ext cx="401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Setting Up ETS2 Speed Integration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811092-32BD-C742-BE5B-77CBD78CB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FAB6F-315B-A850-DE70-F8664D544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71" y="3607700"/>
            <a:ext cx="279247" cy="323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C8301F-2183-88F7-2D9D-C83FA58E1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179" y="3627971"/>
            <a:ext cx="300029" cy="3184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77DEEC-CA13-5793-6555-4CDB36830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383" y="3627971"/>
            <a:ext cx="333619" cy="287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B51432-E495-7F03-975C-1AD951C579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6571" y="3627971"/>
            <a:ext cx="300029" cy="297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41670B-EC8B-8C67-492E-D008FCBE1A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9076" y="3616764"/>
            <a:ext cx="355018" cy="32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23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>
            <a:extLst>
              <a:ext uri="{FF2B5EF4-FFF2-40B4-BE49-F238E27FC236}">
                <a16:creationId xmlns:a16="http://schemas.microsoft.com/office/drawing/2014/main" id="{45C10DBA-3291-B95E-F1D6-48479FE966CD}"/>
              </a:ext>
            </a:extLst>
          </p:cNvPr>
          <p:cNvSpPr/>
          <p:nvPr/>
        </p:nvSpPr>
        <p:spPr>
          <a:xfrm>
            <a:off x="2763435" y="1716643"/>
            <a:ext cx="1294200" cy="369332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509D942-3551-B66D-4AF4-E26F9FC93BF8}"/>
              </a:ext>
            </a:extLst>
          </p:cNvPr>
          <p:cNvSpPr/>
          <p:nvPr/>
        </p:nvSpPr>
        <p:spPr>
          <a:xfrm>
            <a:off x="4626734" y="4072993"/>
            <a:ext cx="1440793" cy="412001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20BFD79-2612-A09E-10E8-7943785E932A}"/>
              </a:ext>
            </a:extLst>
          </p:cNvPr>
          <p:cNvSpPr/>
          <p:nvPr/>
        </p:nvSpPr>
        <p:spPr>
          <a:xfrm>
            <a:off x="3966054" y="5155615"/>
            <a:ext cx="1839006" cy="412001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6D1B78D-FEE1-11D3-1A06-5165D73AC1D7}"/>
              </a:ext>
            </a:extLst>
          </p:cNvPr>
          <p:cNvSpPr/>
          <p:nvPr/>
        </p:nvSpPr>
        <p:spPr>
          <a:xfrm>
            <a:off x="10941335" y="1304642"/>
            <a:ext cx="801823" cy="412001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F79F33-B952-F91C-0E19-2FD15D439BF1}"/>
              </a:ext>
            </a:extLst>
          </p:cNvPr>
          <p:cNvSpPr/>
          <p:nvPr/>
        </p:nvSpPr>
        <p:spPr>
          <a:xfrm>
            <a:off x="6515099" y="4267200"/>
            <a:ext cx="2143125" cy="2374900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F76276-0130-D4B5-3A73-FF8782826556}"/>
              </a:ext>
            </a:extLst>
          </p:cNvPr>
          <p:cNvSpPr/>
          <p:nvPr/>
        </p:nvSpPr>
        <p:spPr>
          <a:xfrm>
            <a:off x="8658225" y="2085975"/>
            <a:ext cx="3409950" cy="4556125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65223F2-982E-46CC-442B-E9C4D460E841}"/>
              </a:ext>
            </a:extLst>
          </p:cNvPr>
          <p:cNvSpPr txBox="1"/>
          <p:nvPr/>
        </p:nvSpPr>
        <p:spPr>
          <a:xfrm>
            <a:off x="4342992" y="1249948"/>
            <a:ext cx="849656" cy="369332"/>
          </a:xfrm>
          <a:prstGeom prst="rect">
            <a:avLst/>
          </a:prstGeom>
          <a:solidFill>
            <a:srgbClr val="4F378B">
              <a:alpha val="70000"/>
            </a:srgbClr>
          </a:solidFill>
        </p:spPr>
        <p:txBody>
          <a:bodyPr wrap="none" rtlCol="0">
            <a:spAutoFit/>
          </a:bodyPr>
          <a:lstStyle/>
          <a:p>
            <a:r>
              <a:rPr lang="ro-RO" dirty="0"/>
              <a:t>Buzzer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EA4E53-8A0A-EF45-A2BC-B8E2B1694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25" y="0"/>
            <a:ext cx="12192000" cy="66256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6A1B67B-5115-4C18-C7E5-427D9761E4C2}"/>
                  </a:ext>
                </a:extLst>
              </p14:cNvPr>
              <p14:cNvContentPartPr/>
              <p14:nvPr/>
            </p14:nvContentPartPr>
            <p14:xfrm>
              <a:off x="5238660" y="1270255"/>
              <a:ext cx="642600" cy="2095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6A1B67B-5115-4C18-C7E5-427D9761E4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29660" y="1261615"/>
                <a:ext cx="6602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F84C19B-965B-8646-50AB-7C47D3A39469}"/>
                  </a:ext>
                </a:extLst>
              </p14:cNvPr>
              <p14:cNvContentPartPr/>
              <p14:nvPr/>
            </p14:nvContentPartPr>
            <p14:xfrm>
              <a:off x="6654720" y="1928400"/>
              <a:ext cx="433080" cy="2052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F84C19B-965B-8646-50AB-7C47D3A394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45720" y="1919400"/>
                <a:ext cx="4507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2E1C154-56BD-25E4-0ADB-65F42E1EE904}"/>
                  </a:ext>
                </a:extLst>
              </p14:cNvPr>
              <p14:cNvContentPartPr/>
              <p14:nvPr/>
            </p14:nvContentPartPr>
            <p14:xfrm>
              <a:off x="6251340" y="3907193"/>
              <a:ext cx="1025640" cy="2314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2E1C154-56BD-25E4-0ADB-65F42E1EE90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42340" y="3898553"/>
                <a:ext cx="104328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B3275E0-848D-3DCE-E156-7BFF50B82829}"/>
                  </a:ext>
                </a:extLst>
              </p14:cNvPr>
              <p14:cNvContentPartPr/>
              <p14:nvPr/>
            </p14:nvContentPartPr>
            <p14:xfrm>
              <a:off x="5881260" y="5040496"/>
              <a:ext cx="921960" cy="2865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B3275E0-848D-3DCE-E156-7BFF50B8282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72260" y="5031856"/>
                <a:ext cx="93960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48C355CF-51A0-C4CB-0EE1-14083569C1A2}"/>
                  </a:ext>
                </a:extLst>
              </p14:cNvPr>
              <p14:cNvContentPartPr/>
              <p14:nvPr/>
            </p14:nvContentPartPr>
            <p14:xfrm>
              <a:off x="6636900" y="4964896"/>
              <a:ext cx="218880" cy="1947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48C355CF-51A0-C4CB-0EE1-14083569C1A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27900" y="4955896"/>
                <a:ext cx="2365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7ED7A87-AA72-C757-444C-449087C963C1}"/>
                  </a:ext>
                </a:extLst>
              </p14:cNvPr>
              <p14:cNvContentPartPr/>
              <p14:nvPr/>
            </p14:nvContentPartPr>
            <p14:xfrm>
              <a:off x="4210035" y="1887540"/>
              <a:ext cx="833400" cy="1789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7ED7A87-AA72-C757-444C-449087C963C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01035" y="1878900"/>
                <a:ext cx="85104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54E8B674-66EC-BCE9-EE5A-FDF3410ABB07}"/>
                  </a:ext>
                </a:extLst>
              </p14:cNvPr>
              <p14:cNvContentPartPr/>
              <p14:nvPr/>
            </p14:nvContentPartPr>
            <p14:xfrm>
              <a:off x="10456680" y="1554300"/>
              <a:ext cx="401760" cy="1299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54E8B674-66EC-BCE9-EE5A-FDF3410ABB0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48040" y="1545300"/>
                <a:ext cx="4194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65A4EB2-CADE-65FD-49BF-3AFAADEA0BA2}"/>
                  </a:ext>
                </a:extLst>
              </p14:cNvPr>
              <p14:cNvContentPartPr/>
              <p14:nvPr/>
            </p14:nvContentPartPr>
            <p14:xfrm>
              <a:off x="10444800" y="1561860"/>
              <a:ext cx="142920" cy="24012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65A4EB2-CADE-65FD-49BF-3AFAADEA0BA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435800" y="1553220"/>
                <a:ext cx="16056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D3457840-FE3F-1ACD-60B1-C0496ECCFE3A}"/>
              </a:ext>
            </a:extLst>
          </p:cNvPr>
          <p:cNvGrpSpPr/>
          <p:nvPr/>
        </p:nvGrpSpPr>
        <p:grpSpPr>
          <a:xfrm>
            <a:off x="10139880" y="3314520"/>
            <a:ext cx="292320" cy="468360"/>
            <a:chOff x="10139880" y="3314520"/>
            <a:chExt cx="292320" cy="46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268DDD0-AF2B-42E8-964D-9B5E70626A8C}"/>
                    </a:ext>
                  </a:extLst>
                </p14:cNvPr>
                <p14:cNvContentPartPr/>
                <p14:nvPr/>
              </p14:nvContentPartPr>
              <p14:xfrm>
                <a:off x="10150680" y="3314520"/>
                <a:ext cx="281520" cy="404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268DDD0-AF2B-42E8-964D-9B5E70626A8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42040" y="3305520"/>
                  <a:ext cx="2991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DD8D7A7-51BE-686B-8C24-33B1FF0FE0D3}"/>
                    </a:ext>
                  </a:extLst>
                </p14:cNvPr>
                <p14:cNvContentPartPr/>
                <p14:nvPr/>
              </p14:nvContentPartPr>
              <p14:xfrm>
                <a:off x="10139880" y="3627000"/>
                <a:ext cx="135360" cy="1558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DD8D7A7-51BE-686B-8C24-33B1FF0FE0D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131240" y="3618000"/>
                  <a:ext cx="1530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1DC30E6-44AE-B425-71F5-3DB81AA2E0B2}"/>
                    </a:ext>
                  </a:extLst>
                </p14:cNvPr>
                <p14:cNvContentPartPr/>
                <p14:nvPr/>
              </p14:nvContentPartPr>
              <p14:xfrm>
                <a:off x="10157160" y="3582000"/>
                <a:ext cx="33840" cy="129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1DC30E6-44AE-B425-71F5-3DB81AA2E0B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48520" y="3573000"/>
                  <a:ext cx="51480" cy="14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9378E2D2-D7A5-75CD-CD50-B82DD4B6D1C8}"/>
                  </a:ext>
                </a:extLst>
              </p14:cNvPr>
              <p14:cNvContentPartPr/>
              <p14:nvPr/>
            </p14:nvContentPartPr>
            <p14:xfrm>
              <a:off x="10184160" y="2506680"/>
              <a:ext cx="453600" cy="2340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9378E2D2-D7A5-75CD-CD50-B82DD4B6D1C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175520" y="2498040"/>
                <a:ext cx="4712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FD831426-F492-2EBE-387E-820BE3F0327D}"/>
                  </a:ext>
                </a:extLst>
              </p14:cNvPr>
              <p14:cNvContentPartPr/>
              <p14:nvPr/>
            </p14:nvContentPartPr>
            <p14:xfrm>
              <a:off x="10145280" y="2407680"/>
              <a:ext cx="194040" cy="2437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FD831426-F492-2EBE-387E-820BE3F0327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136640" y="2399040"/>
                <a:ext cx="211680" cy="26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5421FAD-C1C5-E3CD-B180-36534FD8E97F}"/>
              </a:ext>
            </a:extLst>
          </p:cNvPr>
          <p:cNvGrpSpPr/>
          <p:nvPr/>
        </p:nvGrpSpPr>
        <p:grpSpPr>
          <a:xfrm>
            <a:off x="11329287" y="4072993"/>
            <a:ext cx="287640" cy="561240"/>
            <a:chOff x="11329287" y="4072993"/>
            <a:chExt cx="287640" cy="56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EB913C4-7520-4742-7695-87F72DBD2018}"/>
                    </a:ext>
                  </a:extLst>
                </p14:cNvPr>
                <p14:cNvContentPartPr/>
                <p14:nvPr/>
              </p14:nvContentPartPr>
              <p14:xfrm>
                <a:off x="11329287" y="4072993"/>
                <a:ext cx="170280" cy="561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EB913C4-7520-4742-7695-87F72DBD201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320287" y="4064353"/>
                  <a:ext cx="18792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215090E-7062-F601-C3EF-231D0B660917}"/>
                    </a:ext>
                  </a:extLst>
                </p14:cNvPr>
                <p14:cNvContentPartPr/>
                <p14:nvPr/>
              </p14:nvContentPartPr>
              <p14:xfrm>
                <a:off x="11342247" y="4430113"/>
                <a:ext cx="274680" cy="197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215090E-7062-F601-C3EF-231D0B66091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333247" y="4421473"/>
                  <a:ext cx="292320" cy="214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2D9C93AA-BC7A-71FB-4751-ED807BD6FDFE}"/>
              </a:ext>
            </a:extLst>
          </p:cNvPr>
          <p:cNvSpPr txBox="1"/>
          <p:nvPr/>
        </p:nvSpPr>
        <p:spPr>
          <a:xfrm>
            <a:off x="2839635" y="1719885"/>
            <a:ext cx="129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8x32 FC-16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4ECF599-065E-DE56-B682-FEB1ED771BA0}"/>
              </a:ext>
            </a:extLst>
          </p:cNvPr>
          <p:cNvSpPr txBox="1"/>
          <p:nvPr/>
        </p:nvSpPr>
        <p:spPr>
          <a:xfrm>
            <a:off x="4626735" y="4082534"/>
            <a:ext cx="1520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Touch Sensor</a:t>
            </a:r>
            <a:endParaRPr 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DA1DE4B-9232-7D82-6977-FD7671943A29}"/>
              </a:ext>
            </a:extLst>
          </p:cNvPr>
          <p:cNvSpPr txBox="1"/>
          <p:nvPr/>
        </p:nvSpPr>
        <p:spPr>
          <a:xfrm>
            <a:off x="3974572" y="5183776"/>
            <a:ext cx="1868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Charging Module</a:t>
            </a:r>
            <a:endParaRPr 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61B9860-D616-D31D-5D79-01EBC372D653}"/>
              </a:ext>
            </a:extLst>
          </p:cNvPr>
          <p:cNvSpPr txBox="1"/>
          <p:nvPr/>
        </p:nvSpPr>
        <p:spPr>
          <a:xfrm>
            <a:off x="10941335" y="1312003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Esp32</a:t>
            </a:r>
            <a:endParaRPr 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0662950-C625-AED6-2ACD-02D4AE9B24B9}"/>
              </a:ext>
            </a:extLst>
          </p:cNvPr>
          <p:cNvSpPr txBox="1"/>
          <p:nvPr/>
        </p:nvSpPr>
        <p:spPr>
          <a:xfrm>
            <a:off x="10774271" y="2330227"/>
            <a:ext cx="858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Switch</a:t>
            </a:r>
            <a:endParaRPr 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2C6BDE1-B948-B010-3837-C445C732282C}"/>
              </a:ext>
            </a:extLst>
          </p:cNvPr>
          <p:cNvSpPr txBox="1"/>
          <p:nvPr/>
        </p:nvSpPr>
        <p:spPr>
          <a:xfrm>
            <a:off x="10135922" y="2945188"/>
            <a:ext cx="1801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Boost Convertor</a:t>
            </a:r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005C118-1F2C-B369-9E44-2EB2695A0789}"/>
              </a:ext>
            </a:extLst>
          </p:cNvPr>
          <p:cNvSpPr txBox="1"/>
          <p:nvPr/>
        </p:nvSpPr>
        <p:spPr>
          <a:xfrm>
            <a:off x="10637760" y="3746330"/>
            <a:ext cx="901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Battery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65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9E8D4-7F54-B385-01DB-098D4F6C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4515AC-02E7-9DE1-CB42-B6A7B01B6E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05050" y="-862057"/>
            <a:ext cx="20383227" cy="11689714"/>
          </a:xfrm>
        </p:spPr>
      </p:pic>
    </p:spTree>
    <p:extLst>
      <p:ext uri="{BB962C8B-B14F-4D97-AF65-F5344CB8AC3E}">
        <p14:creationId xmlns:p14="http://schemas.microsoft.com/office/powerpoint/2010/main" val="458033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783136-183B-1212-D0DC-72DB55233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744" y="0"/>
            <a:ext cx="5887756" cy="87130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09AE3B-E478-020E-FA52-AC4D6893A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0"/>
            <a:ext cx="55676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673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B865E1A-B511-B4D2-928A-F78CAD5A459C}"/>
              </a:ext>
            </a:extLst>
          </p:cNvPr>
          <p:cNvGrpSpPr/>
          <p:nvPr/>
        </p:nvGrpSpPr>
        <p:grpSpPr>
          <a:xfrm>
            <a:off x="2908300" y="2101850"/>
            <a:ext cx="5900420" cy="3765550"/>
            <a:chOff x="2908300" y="2101850"/>
            <a:chExt cx="5900420" cy="37655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30BA9F8-CA31-65D3-E483-06726ED06CAA}"/>
                </a:ext>
              </a:extLst>
            </p:cNvPr>
            <p:cNvSpPr/>
            <p:nvPr/>
          </p:nvSpPr>
          <p:spPr>
            <a:xfrm>
              <a:off x="2908300" y="2101850"/>
              <a:ext cx="5900420" cy="3765550"/>
            </a:xfrm>
            <a:custGeom>
              <a:avLst/>
              <a:gdLst>
                <a:gd name="connsiteX0" fmla="*/ 0 w 6705600"/>
                <a:gd name="connsiteY0" fmla="*/ 0 h 3765550"/>
                <a:gd name="connsiteX1" fmla="*/ 6705600 w 6705600"/>
                <a:gd name="connsiteY1" fmla="*/ 0 h 3765550"/>
                <a:gd name="connsiteX2" fmla="*/ 6705600 w 6705600"/>
                <a:gd name="connsiteY2" fmla="*/ 3765550 h 3765550"/>
                <a:gd name="connsiteX3" fmla="*/ 0 w 6705600"/>
                <a:gd name="connsiteY3" fmla="*/ 3765550 h 3765550"/>
                <a:gd name="connsiteX4" fmla="*/ 0 w 6705600"/>
                <a:gd name="connsiteY4" fmla="*/ 0 h 3765550"/>
                <a:gd name="connsiteX0" fmla="*/ 0 w 6705600"/>
                <a:gd name="connsiteY0" fmla="*/ 0 h 3765550"/>
                <a:gd name="connsiteX1" fmla="*/ 6705600 w 6705600"/>
                <a:gd name="connsiteY1" fmla="*/ 0 h 3765550"/>
                <a:gd name="connsiteX2" fmla="*/ 6705600 w 6705600"/>
                <a:gd name="connsiteY2" fmla="*/ 3765550 h 3765550"/>
                <a:gd name="connsiteX3" fmla="*/ 0 w 6705600"/>
                <a:gd name="connsiteY3" fmla="*/ 0 h 376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5600" h="3765550">
                  <a:moveTo>
                    <a:pt x="0" y="0"/>
                  </a:moveTo>
                  <a:lnTo>
                    <a:pt x="6705600" y="0"/>
                  </a:lnTo>
                  <a:lnTo>
                    <a:pt x="6705600" y="3765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CBCB09-3DEC-B873-20F4-485AA1088400}"/>
                </a:ext>
              </a:extLst>
            </p:cNvPr>
            <p:cNvSpPr/>
            <p:nvPr/>
          </p:nvSpPr>
          <p:spPr>
            <a:xfrm>
              <a:off x="2908300" y="2101850"/>
              <a:ext cx="5900420" cy="3765550"/>
            </a:xfrm>
            <a:custGeom>
              <a:avLst/>
              <a:gdLst>
                <a:gd name="connsiteX0" fmla="*/ 0 w 6705600"/>
                <a:gd name="connsiteY0" fmla="*/ 0 h 3765550"/>
                <a:gd name="connsiteX1" fmla="*/ 6705600 w 6705600"/>
                <a:gd name="connsiteY1" fmla="*/ 0 h 3765550"/>
                <a:gd name="connsiteX2" fmla="*/ 6705600 w 6705600"/>
                <a:gd name="connsiteY2" fmla="*/ 3765550 h 3765550"/>
                <a:gd name="connsiteX3" fmla="*/ 0 w 6705600"/>
                <a:gd name="connsiteY3" fmla="*/ 3765550 h 3765550"/>
                <a:gd name="connsiteX4" fmla="*/ 0 w 6705600"/>
                <a:gd name="connsiteY4" fmla="*/ 0 h 3765550"/>
                <a:gd name="connsiteX0" fmla="*/ 0 w 6705600"/>
                <a:gd name="connsiteY0" fmla="*/ 0 h 3765550"/>
                <a:gd name="connsiteX1" fmla="*/ 6705600 w 6705600"/>
                <a:gd name="connsiteY1" fmla="*/ 3765550 h 3765550"/>
                <a:gd name="connsiteX2" fmla="*/ 0 w 6705600"/>
                <a:gd name="connsiteY2" fmla="*/ 3765550 h 3765550"/>
                <a:gd name="connsiteX3" fmla="*/ 0 w 6705600"/>
                <a:gd name="connsiteY3" fmla="*/ 0 h 376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5600" h="3765550">
                  <a:moveTo>
                    <a:pt x="0" y="0"/>
                  </a:moveTo>
                  <a:lnTo>
                    <a:pt x="6705600" y="3765550"/>
                  </a:lnTo>
                  <a:lnTo>
                    <a:pt x="0" y="3765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FBE6E33-A58B-58D7-6EC7-FAD62C574285}"/>
                </a:ext>
              </a:extLst>
            </p:cNvPr>
            <p:cNvCxnSpPr>
              <a:cxnSpLocks/>
              <a:stCxn id="5" idx="0"/>
              <a:endCxn id="5" idx="1"/>
            </p:cNvCxnSpPr>
            <p:nvPr/>
          </p:nvCxnSpPr>
          <p:spPr>
            <a:xfrm>
              <a:off x="2908300" y="2101850"/>
              <a:ext cx="5900420" cy="376555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CA227FAA-F310-8D14-AB40-1A4EFCF8D8CA}"/>
              </a:ext>
            </a:extLst>
          </p:cNvPr>
          <p:cNvSpPr/>
          <p:nvPr/>
        </p:nvSpPr>
        <p:spPr>
          <a:xfrm>
            <a:off x="2908299" y="4953000"/>
            <a:ext cx="5900419" cy="914400"/>
          </a:xfrm>
          <a:prstGeom prst="rect">
            <a:avLst/>
          </a:prstGeom>
          <a:solidFill>
            <a:schemeClr val="tx1">
              <a:alpha val="6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3200" dirty="0"/>
              <a:t>Devlog 1 : Remaked the readme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58181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68</Words>
  <Application>Microsoft Office PowerPoint</Application>
  <PresentationFormat>Widescreen</PresentationFormat>
  <Paragraphs>32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Microsoft YaHei UI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Adrian-Ștefan Tomoiagă</dc:creator>
  <cp:lastModifiedBy>Adrian-Ștefan Tomoiagă</cp:lastModifiedBy>
  <cp:revision>1</cp:revision>
  <dcterms:created xsi:type="dcterms:W3CDTF">2026-08-01T21:13:29Z</dcterms:created>
  <dcterms:modified xsi:type="dcterms:W3CDTF">2026-08-02T01:23:51Z</dcterms:modified>
</cp:coreProperties>
</file>